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2F06"/>
    <a:srgbClr val="CC3300"/>
    <a:srgbClr val="FE7800"/>
    <a:srgbClr val="FF00FF"/>
    <a:srgbClr val="152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8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9D7A-89CA-E7FC-E887-D396F69B8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9B560-0FB3-5799-3947-1C4A98706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A0A8E-5446-D4FA-8BC0-5D7865B4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D91FA-3AE4-A28E-1B6A-C4CD81A3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AE529-F12D-9706-AEEE-DF9FC1A2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4129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F0DE-239F-FE2C-448F-1A5AE052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F8BC-F892-49C1-0DB6-D3160CBD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DB6E4-FB8D-64EF-8A80-F116DA2F1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F35E7-0580-18F9-6057-105BC2E2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A5C91-91F0-3085-4678-C06BCD30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8059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1007-731C-4CAF-ABFF-5DDB710BB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5E992-D15B-81D8-3686-68155A58D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92FD0-81B0-F007-1841-1B8F9A9E6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F5E20-6787-5563-A206-E824A460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585C4-7DED-0DCE-33A4-15F5F7BE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987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6C89-1BAE-3609-A551-C21C74B6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A26E-9832-64D3-5255-7E91A4223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E7229-5342-F2EF-34BD-D05C4B3DE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D6FC3-EAC4-884A-43FC-F7D302F4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23CE8-EDC7-611A-F13D-3925294AD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24F02-85F5-24BF-FA6A-E1F01F22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815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F75B-67CB-EB39-FD73-436F36F6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46F29-B2CE-F275-E2FD-243746D79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0E7C4-155B-8252-AE32-7DF3BFD6E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A6A2E-F5F5-3A65-D633-E3FD53075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EAFC3-3A3C-9444-CA28-F90D1EB31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95314-4110-D7EE-166D-6E725B082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1F227A-D691-2E14-E050-70005A9D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AF142-C881-81EE-280D-43B120173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19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D1E4-B621-DB8B-BEC8-0DBD71A3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D338F-30BF-E20E-3AB1-DB214095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9FF84-49F4-2304-0341-257EB704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72425-F752-35C4-4D90-1CFD88EC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262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CFF73-6365-50D7-7418-DB513A86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73E91-E709-C5E4-4299-6856E9AF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95B85-1FA0-F218-24E7-D4E7079C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588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D79E-4B39-B127-F6AB-4C2F265BD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AC130-5C58-CD83-A118-198EF182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2EB2A-D606-6084-33C1-6A8C16B53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9A79E-A62F-E2C6-DD30-ED357D273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4D3DE-B4E0-8510-D556-105DD8CE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6929D-9B9F-D269-F9F2-442C6E26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0297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54B2-DA77-A9EC-C5D9-CB1199968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C8D3A-637B-635D-E5C0-A38F9BA57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8203B-FB7F-D84B-DF20-3ADAFA6A7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3CAEC-32A9-C32A-6952-F3C9C40F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362FF-B602-C858-5DF5-47A87BE5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FE88F-71CD-85B5-4B2C-84753825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5E1A-AF53-8CD0-D59D-86B695B7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EA6A5-42D4-6274-260A-9CA2A5A9F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23C6B-E66F-C18E-2B59-3A4A74848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63E0D-AB8E-0282-9C4F-E86005B4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1FD74-CA05-CEEA-BCF7-BB01B248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240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3BB99-A6A3-4138-2BFC-209050A2A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592A6-6AE3-8E84-77B6-437A651C2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D2688-8282-0E64-B7EC-A885E823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9BDE-E023-C498-C507-6D095E0F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4146C-8185-E7B8-C518-1613077C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7569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30F16-B7CE-D483-C7D9-344913D7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CC656-3BFC-731E-E0FA-931492D98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B5999-B92F-A966-AA3D-2848982C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EA86B-FA4E-4C05-89A6-B8ED8F43D16D}" type="datetimeFigureOut">
              <a:rPr lang="en-CA" smtClean="0"/>
              <a:t>2026-07-04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F6C7F-1F92-B4D8-62AB-1DF872C68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89106-E2D2-00DD-6BB0-19EFC350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D6A65-4B39-4646-9421-3DE97D0CC4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8846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BFD7FEE8-5B56-C51C-1AF3-86450C351D1A}"/>
              </a:ext>
            </a:extLst>
          </p:cNvPr>
          <p:cNvGrpSpPr/>
          <p:nvPr/>
        </p:nvGrpSpPr>
        <p:grpSpPr>
          <a:xfrm>
            <a:off x="3530054" y="1015284"/>
            <a:ext cx="3958986" cy="1720158"/>
            <a:chOff x="4715236" y="2722712"/>
            <a:chExt cx="3958986" cy="172015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DF98D31-6BFE-6D6E-D578-E1A514A6FF4C}"/>
                </a:ext>
              </a:extLst>
            </p:cNvPr>
            <p:cNvGrpSpPr/>
            <p:nvPr/>
          </p:nvGrpSpPr>
          <p:grpSpPr>
            <a:xfrm>
              <a:off x="4857992" y="2868394"/>
              <a:ext cx="3673475" cy="1428795"/>
              <a:chOff x="4581525" y="2714625"/>
              <a:chExt cx="3673475" cy="1428795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D9EAA71A-A147-B0BE-573E-33FCE57B2C15}"/>
                  </a:ext>
                </a:extLst>
              </p:cNvPr>
              <p:cNvSpPr/>
              <p:nvPr/>
            </p:nvSpPr>
            <p:spPr>
              <a:xfrm>
                <a:off x="5004435" y="3295650"/>
                <a:ext cx="210502" cy="337185"/>
              </a:xfrm>
              <a:custGeom>
                <a:avLst/>
                <a:gdLst>
                  <a:gd name="csX0" fmla="*/ 210503 w 210502"/>
                  <a:gd name="csY0" fmla="*/ 0 h 337185"/>
                  <a:gd name="csX1" fmla="*/ 0 w 210502"/>
                  <a:gd name="csY1" fmla="*/ 337185 h 3371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0502" h="337185">
                    <a:moveTo>
                      <a:pt x="210503" y="0"/>
                    </a:moveTo>
                    <a:lnTo>
                      <a:pt x="0" y="337185"/>
                    </a:lnTo>
                  </a:path>
                </a:pathLst>
              </a:custGeom>
              <a:ln w="123825" cap="rnd">
                <a:solidFill>
                  <a:srgbClr val="152238"/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7FF0349-C6FE-D97D-A6FB-EE393CAE2F5C}"/>
                  </a:ext>
                </a:extLst>
              </p:cNvPr>
              <p:cNvSpPr/>
              <p:nvPr/>
            </p:nvSpPr>
            <p:spPr>
              <a:xfrm>
                <a:off x="5548312" y="3295650"/>
                <a:ext cx="210502" cy="337185"/>
              </a:xfrm>
              <a:custGeom>
                <a:avLst/>
                <a:gdLst>
                  <a:gd name="csX0" fmla="*/ 0 w 210502"/>
                  <a:gd name="csY0" fmla="*/ 0 h 337185"/>
                  <a:gd name="csX1" fmla="*/ 210503 w 210502"/>
                  <a:gd name="csY1" fmla="*/ 337185 h 3371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0502" h="337185">
                    <a:moveTo>
                      <a:pt x="0" y="0"/>
                    </a:moveTo>
                    <a:lnTo>
                      <a:pt x="210503" y="337185"/>
                    </a:lnTo>
                  </a:path>
                </a:pathLst>
              </a:custGeom>
              <a:ln w="123825" cap="rnd">
                <a:solidFill>
                  <a:srgbClr val="152238"/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D3E9000-A4AA-4216-15B9-FDB704948284}"/>
                  </a:ext>
                </a:extLst>
              </p:cNvPr>
              <p:cNvSpPr/>
              <p:nvPr/>
            </p:nvSpPr>
            <p:spPr>
              <a:xfrm>
                <a:off x="5067300" y="2714625"/>
                <a:ext cx="628650" cy="628650"/>
              </a:xfrm>
              <a:prstGeom prst="ellipse">
                <a:avLst/>
              </a:prstGeom>
              <a:solidFill>
                <a:srgbClr val="FE7800"/>
              </a:solidFill>
              <a:ln w="123825" cap="rnd">
                <a:solidFill>
                  <a:srgbClr val="152238"/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C52A0EF-454E-D835-60DF-353A8FA4229D}"/>
                  </a:ext>
                </a:extLst>
              </p:cNvPr>
              <p:cNvSpPr/>
              <p:nvPr/>
            </p:nvSpPr>
            <p:spPr>
              <a:xfrm>
                <a:off x="4581525" y="3590878"/>
                <a:ext cx="552450" cy="552450"/>
              </a:xfrm>
              <a:prstGeom prst="ellipse">
                <a:avLst/>
              </a:prstGeom>
              <a:solidFill>
                <a:srgbClr val="D52F06"/>
              </a:solidFill>
              <a:ln w="123825" cap="rnd">
                <a:solidFill>
                  <a:srgbClr val="152238"/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E1396D4-AA3E-67AA-019F-1B6A81AD3A95}"/>
                  </a:ext>
                </a:extLst>
              </p:cNvPr>
              <p:cNvSpPr/>
              <p:nvPr/>
            </p:nvSpPr>
            <p:spPr>
              <a:xfrm>
                <a:off x="5629088" y="3590878"/>
                <a:ext cx="515488" cy="552542"/>
              </a:xfrm>
              <a:custGeom>
                <a:avLst/>
                <a:gdLst>
                  <a:gd name="csX0" fmla="*/ 515489 w 515488"/>
                  <a:gd name="csY0" fmla="*/ 138159 h 552542"/>
                  <a:gd name="csX1" fmla="*/ 138159 w 515488"/>
                  <a:gd name="csY1" fmla="*/ 37053 h 552542"/>
                  <a:gd name="csX2" fmla="*/ 37053 w 515488"/>
                  <a:gd name="csY2" fmla="*/ 414384 h 552542"/>
                  <a:gd name="csX3" fmla="*/ 414384 w 515488"/>
                  <a:gd name="csY3" fmla="*/ 515489 h 552542"/>
                  <a:gd name="csX4" fmla="*/ 515489 w 515488"/>
                  <a:gd name="csY4" fmla="*/ 414384 h 55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15488" h="552542">
                    <a:moveTo>
                      <a:pt x="515489" y="138159"/>
                    </a:moveTo>
                    <a:cubicBezTo>
                      <a:pt x="439211" y="6042"/>
                      <a:pt x="270275" y="-39224"/>
                      <a:pt x="138159" y="37053"/>
                    </a:cubicBezTo>
                    <a:cubicBezTo>
                      <a:pt x="6042" y="113331"/>
                      <a:pt x="-39224" y="282267"/>
                      <a:pt x="37053" y="414384"/>
                    </a:cubicBezTo>
                    <a:cubicBezTo>
                      <a:pt x="113331" y="546500"/>
                      <a:pt x="282267" y="591766"/>
                      <a:pt x="414384" y="515489"/>
                    </a:cubicBezTo>
                    <a:cubicBezTo>
                      <a:pt x="456375" y="491245"/>
                      <a:pt x="491245" y="456375"/>
                      <a:pt x="515489" y="414384"/>
                    </a:cubicBezTo>
                  </a:path>
                </a:pathLst>
              </a:custGeom>
              <a:noFill/>
              <a:ln w="123825" cap="flat">
                <a:solidFill>
                  <a:srgbClr val="152238"/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3465E8-08C1-CF67-D4AE-A39633B1F554}"/>
                  </a:ext>
                </a:extLst>
              </p:cNvPr>
              <p:cNvSpPr txBox="1"/>
              <p:nvPr/>
            </p:nvSpPr>
            <p:spPr>
              <a:xfrm>
                <a:off x="6266396" y="3134935"/>
                <a:ext cx="1988604" cy="10084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:r>
                  <a:rPr lang="en-CA" sz="8900" spc="200" baseline="0" dirty="0">
                    <a:ln w="31750">
                      <a:solidFill>
                        <a:srgbClr val="152238"/>
                      </a:solidFill>
                      <a:miter lim="800000"/>
                    </a:ln>
                    <a:solidFill>
                      <a:srgbClr val="152238"/>
                    </a:solidFill>
                    <a:latin typeface="Poppins"/>
                    <a:cs typeface="Poppins"/>
                    <a:sym typeface="Poppins"/>
                    <a:rtl val="0"/>
                  </a:rPr>
                  <a:t>ims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27A6E5E-C81C-A5B3-11CF-5A2FB094AA0B}"/>
                </a:ext>
              </a:extLst>
            </p:cNvPr>
            <p:cNvSpPr/>
            <p:nvPr/>
          </p:nvSpPr>
          <p:spPr>
            <a:xfrm>
              <a:off x="4715236" y="2722712"/>
              <a:ext cx="3958986" cy="17201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312CEB6A-8121-E6B6-F259-92DB81D19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3" y="53757"/>
            <a:ext cx="1851104" cy="2403950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8846CFB3-7E9D-FAAB-8D79-22FB0DB6A427}"/>
              </a:ext>
            </a:extLst>
          </p:cNvPr>
          <p:cNvGrpSpPr/>
          <p:nvPr/>
        </p:nvGrpSpPr>
        <p:grpSpPr>
          <a:xfrm>
            <a:off x="3530054" y="4339721"/>
            <a:ext cx="1889671" cy="1720158"/>
            <a:chOff x="3530054" y="4339721"/>
            <a:chExt cx="1889671" cy="172015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F855675-B51D-85CA-D161-CEB49D4FCCF9}"/>
                </a:ext>
              </a:extLst>
            </p:cNvPr>
            <p:cNvSpPr/>
            <p:nvPr/>
          </p:nvSpPr>
          <p:spPr>
            <a:xfrm>
              <a:off x="4721612" y="5361656"/>
              <a:ext cx="552450" cy="5524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3825" cap="rnd">
              <a:solidFill>
                <a:srgbClr val="152238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CA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B59FD96-899F-3A3D-91E3-83EB229B3207}"/>
                </a:ext>
              </a:extLst>
            </p:cNvPr>
            <p:cNvSpPr/>
            <p:nvPr/>
          </p:nvSpPr>
          <p:spPr>
            <a:xfrm>
              <a:off x="4095720" y="5066428"/>
              <a:ext cx="210502" cy="337185"/>
            </a:xfrm>
            <a:custGeom>
              <a:avLst/>
              <a:gdLst>
                <a:gd name="csX0" fmla="*/ 210503 w 210502"/>
                <a:gd name="csY0" fmla="*/ 0 h 337185"/>
                <a:gd name="csX1" fmla="*/ 0 w 210502"/>
                <a:gd name="csY1" fmla="*/ 337185 h 3371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0502" h="337185">
                  <a:moveTo>
                    <a:pt x="210503" y="0"/>
                  </a:moveTo>
                  <a:lnTo>
                    <a:pt x="0" y="337185"/>
                  </a:lnTo>
                </a:path>
              </a:pathLst>
            </a:custGeom>
            <a:ln w="123825" cap="rnd">
              <a:solidFill>
                <a:srgbClr val="152238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CA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1AC315D-320C-C953-067B-010A6078BCDD}"/>
                </a:ext>
              </a:extLst>
            </p:cNvPr>
            <p:cNvSpPr/>
            <p:nvPr/>
          </p:nvSpPr>
          <p:spPr>
            <a:xfrm>
              <a:off x="4639597" y="5066428"/>
              <a:ext cx="210502" cy="337185"/>
            </a:xfrm>
            <a:custGeom>
              <a:avLst/>
              <a:gdLst>
                <a:gd name="csX0" fmla="*/ 0 w 210502"/>
                <a:gd name="csY0" fmla="*/ 0 h 337185"/>
                <a:gd name="csX1" fmla="*/ 210503 w 210502"/>
                <a:gd name="csY1" fmla="*/ 337185 h 3371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0502" h="337185">
                  <a:moveTo>
                    <a:pt x="0" y="0"/>
                  </a:moveTo>
                  <a:lnTo>
                    <a:pt x="210503" y="337185"/>
                  </a:lnTo>
                </a:path>
              </a:pathLst>
            </a:custGeom>
            <a:ln w="123825" cap="rnd">
              <a:solidFill>
                <a:srgbClr val="152238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CA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88D7581-4385-DB31-3DAC-F0117DB9D034}"/>
                </a:ext>
              </a:extLst>
            </p:cNvPr>
            <p:cNvSpPr/>
            <p:nvPr/>
          </p:nvSpPr>
          <p:spPr>
            <a:xfrm>
              <a:off x="4158585" y="4485403"/>
              <a:ext cx="628650" cy="628650"/>
            </a:xfrm>
            <a:prstGeom prst="ellipse">
              <a:avLst/>
            </a:prstGeom>
            <a:solidFill>
              <a:srgbClr val="FE7800"/>
            </a:solidFill>
            <a:ln w="123825" cap="rnd">
              <a:solidFill>
                <a:srgbClr val="152238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F68372F6-6270-6FC6-31AD-6BD18F353B39}"/>
                </a:ext>
              </a:extLst>
            </p:cNvPr>
            <p:cNvSpPr/>
            <p:nvPr/>
          </p:nvSpPr>
          <p:spPr>
            <a:xfrm>
              <a:off x="3672810" y="5361656"/>
              <a:ext cx="552450" cy="552450"/>
            </a:xfrm>
            <a:prstGeom prst="ellipse">
              <a:avLst/>
            </a:prstGeom>
            <a:solidFill>
              <a:srgbClr val="D52F06"/>
            </a:solidFill>
            <a:ln w="123825" cap="rnd">
              <a:solidFill>
                <a:srgbClr val="152238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CA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768234A-88BB-F692-4CE0-98A07143EA6D}"/>
                </a:ext>
              </a:extLst>
            </p:cNvPr>
            <p:cNvSpPr/>
            <p:nvPr/>
          </p:nvSpPr>
          <p:spPr>
            <a:xfrm>
              <a:off x="3530054" y="4339721"/>
              <a:ext cx="1889671" cy="17201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764838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4318-3722-67A0-D025-3D65B5A84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570A0D-6131-68D0-A94E-9EF0B2F3AB9C}"/>
              </a:ext>
            </a:extLst>
          </p:cNvPr>
          <p:cNvSpPr/>
          <p:nvPr/>
        </p:nvSpPr>
        <p:spPr>
          <a:xfrm>
            <a:off x="1666875" y="295275"/>
            <a:ext cx="9810750" cy="6172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B31141-D3F4-EA3D-0FD9-FDB5FCAE5CE4}"/>
              </a:ext>
            </a:extLst>
          </p:cNvPr>
          <p:cNvGrpSpPr/>
          <p:nvPr/>
        </p:nvGrpSpPr>
        <p:grpSpPr>
          <a:xfrm>
            <a:off x="4715236" y="2722712"/>
            <a:ext cx="3958986" cy="1720158"/>
            <a:chOff x="4715236" y="2722712"/>
            <a:chExt cx="3958986" cy="172015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6A0FD16-F260-16AF-931D-8567A0363CA6}"/>
                </a:ext>
              </a:extLst>
            </p:cNvPr>
            <p:cNvGrpSpPr/>
            <p:nvPr/>
          </p:nvGrpSpPr>
          <p:grpSpPr>
            <a:xfrm>
              <a:off x="4857992" y="2868394"/>
              <a:ext cx="3673475" cy="1428795"/>
              <a:chOff x="4581525" y="2714625"/>
              <a:chExt cx="3673475" cy="1428795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3CBC734-9172-ECF8-DE70-0757C17062E7}"/>
                  </a:ext>
                </a:extLst>
              </p:cNvPr>
              <p:cNvSpPr/>
              <p:nvPr/>
            </p:nvSpPr>
            <p:spPr>
              <a:xfrm>
                <a:off x="5004435" y="3295650"/>
                <a:ext cx="210502" cy="337185"/>
              </a:xfrm>
              <a:custGeom>
                <a:avLst/>
                <a:gdLst>
                  <a:gd name="csX0" fmla="*/ 210503 w 210502"/>
                  <a:gd name="csY0" fmla="*/ 0 h 337185"/>
                  <a:gd name="csX1" fmla="*/ 0 w 210502"/>
                  <a:gd name="csY1" fmla="*/ 337185 h 3371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0502" h="337185">
                    <a:moveTo>
                      <a:pt x="210503" y="0"/>
                    </a:moveTo>
                    <a:lnTo>
                      <a:pt x="0" y="337185"/>
                    </a:lnTo>
                  </a:path>
                </a:pathLst>
              </a:custGeom>
              <a:ln w="123825" cap="rnd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2347A19-01E1-8419-BECE-DEB73D24889F}"/>
                  </a:ext>
                </a:extLst>
              </p:cNvPr>
              <p:cNvSpPr/>
              <p:nvPr/>
            </p:nvSpPr>
            <p:spPr>
              <a:xfrm>
                <a:off x="5548312" y="3295650"/>
                <a:ext cx="210502" cy="337185"/>
              </a:xfrm>
              <a:custGeom>
                <a:avLst/>
                <a:gdLst>
                  <a:gd name="csX0" fmla="*/ 0 w 210502"/>
                  <a:gd name="csY0" fmla="*/ 0 h 337185"/>
                  <a:gd name="csX1" fmla="*/ 210503 w 210502"/>
                  <a:gd name="csY1" fmla="*/ 337185 h 3371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0502" h="337185">
                    <a:moveTo>
                      <a:pt x="0" y="0"/>
                    </a:moveTo>
                    <a:lnTo>
                      <a:pt x="210503" y="337185"/>
                    </a:lnTo>
                  </a:path>
                </a:pathLst>
              </a:custGeom>
              <a:ln w="123825" cap="rnd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2537122-E40B-963C-5BA3-8C9012379651}"/>
                  </a:ext>
                </a:extLst>
              </p:cNvPr>
              <p:cNvSpPr/>
              <p:nvPr/>
            </p:nvSpPr>
            <p:spPr>
              <a:xfrm>
                <a:off x="5067300" y="2714625"/>
                <a:ext cx="628650" cy="628650"/>
              </a:xfrm>
              <a:prstGeom prst="ellipse">
                <a:avLst/>
              </a:prstGeom>
              <a:solidFill>
                <a:srgbClr val="FE7800"/>
              </a:solidFill>
              <a:ln w="123825" cap="rnd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64186C1-5690-16C9-BEE5-9EAF5FBB2B5D}"/>
                  </a:ext>
                </a:extLst>
              </p:cNvPr>
              <p:cNvSpPr/>
              <p:nvPr/>
            </p:nvSpPr>
            <p:spPr>
              <a:xfrm>
                <a:off x="4581525" y="3590878"/>
                <a:ext cx="552450" cy="552450"/>
              </a:xfrm>
              <a:prstGeom prst="ellipse">
                <a:avLst/>
              </a:prstGeom>
              <a:solidFill>
                <a:srgbClr val="D52F06"/>
              </a:solidFill>
              <a:ln w="123825" cap="rnd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67E93A2-4BE6-1E63-F58A-A17AE39E01D4}"/>
                  </a:ext>
                </a:extLst>
              </p:cNvPr>
              <p:cNvSpPr/>
              <p:nvPr/>
            </p:nvSpPr>
            <p:spPr>
              <a:xfrm>
                <a:off x="5629088" y="3590878"/>
                <a:ext cx="515488" cy="552542"/>
              </a:xfrm>
              <a:custGeom>
                <a:avLst/>
                <a:gdLst>
                  <a:gd name="csX0" fmla="*/ 515489 w 515488"/>
                  <a:gd name="csY0" fmla="*/ 138159 h 552542"/>
                  <a:gd name="csX1" fmla="*/ 138159 w 515488"/>
                  <a:gd name="csY1" fmla="*/ 37053 h 552542"/>
                  <a:gd name="csX2" fmla="*/ 37053 w 515488"/>
                  <a:gd name="csY2" fmla="*/ 414384 h 552542"/>
                  <a:gd name="csX3" fmla="*/ 414384 w 515488"/>
                  <a:gd name="csY3" fmla="*/ 515489 h 552542"/>
                  <a:gd name="csX4" fmla="*/ 515489 w 515488"/>
                  <a:gd name="csY4" fmla="*/ 414384 h 552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15488" h="552542">
                    <a:moveTo>
                      <a:pt x="515489" y="138159"/>
                    </a:moveTo>
                    <a:cubicBezTo>
                      <a:pt x="439211" y="6042"/>
                      <a:pt x="270275" y="-39224"/>
                      <a:pt x="138159" y="37053"/>
                    </a:cubicBezTo>
                    <a:cubicBezTo>
                      <a:pt x="6042" y="113331"/>
                      <a:pt x="-39224" y="282267"/>
                      <a:pt x="37053" y="414384"/>
                    </a:cubicBezTo>
                    <a:cubicBezTo>
                      <a:pt x="113331" y="546500"/>
                      <a:pt x="282267" y="591766"/>
                      <a:pt x="414384" y="515489"/>
                    </a:cubicBezTo>
                    <a:cubicBezTo>
                      <a:pt x="456375" y="491245"/>
                      <a:pt x="491245" y="456375"/>
                      <a:pt x="515489" y="414384"/>
                    </a:cubicBezTo>
                  </a:path>
                </a:pathLst>
              </a:custGeom>
              <a:noFill/>
              <a:ln w="123825" cap="flat">
                <a:solidFill>
                  <a:schemeClr val="bg1">
                    <a:lumMod val="95000"/>
                  </a:schemeClr>
                </a:solidFill>
                <a:prstDash val="solid"/>
                <a:miter/>
              </a:ln>
            </p:spPr>
            <p:txBody>
              <a:bodyPr lIns="0" tIns="0" rIns="0" bIns="0"/>
              <a:lstStyle/>
              <a:p>
                <a:endParaRPr lang="en-CA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B27D2C-1C0D-69F0-A0A5-83299E85BBD9}"/>
                  </a:ext>
                </a:extLst>
              </p:cNvPr>
              <p:cNvSpPr txBox="1"/>
              <p:nvPr/>
            </p:nvSpPr>
            <p:spPr>
              <a:xfrm>
                <a:off x="6266396" y="3134935"/>
                <a:ext cx="1988604" cy="10084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/>
                <a:r>
                  <a:rPr lang="en-CA" sz="8900" spc="200" baseline="0" dirty="0">
                    <a:ln w="31750">
                      <a:solidFill>
                        <a:schemeClr val="bg1">
                          <a:lumMod val="95000"/>
                        </a:schemeClr>
                      </a:solidFill>
                      <a:miter lim="800000"/>
                    </a:ln>
                    <a:solidFill>
                      <a:schemeClr val="bg1">
                        <a:lumMod val="95000"/>
                      </a:schemeClr>
                    </a:solidFill>
                    <a:latin typeface="Poppins"/>
                    <a:cs typeface="Poppins"/>
                    <a:sym typeface="Poppins"/>
                    <a:rtl val="0"/>
                  </a:rPr>
                  <a:t>ims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512B2B0-4D85-0E42-B73B-356D454989E6}"/>
                </a:ext>
              </a:extLst>
            </p:cNvPr>
            <p:cNvSpPr/>
            <p:nvPr/>
          </p:nvSpPr>
          <p:spPr>
            <a:xfrm>
              <a:off x="4715236" y="2722712"/>
              <a:ext cx="3958986" cy="17201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FB16AD0-9398-D388-1015-694C0B6DE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95" y="4114800"/>
            <a:ext cx="1692812" cy="222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0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Poppins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 Griffin</dc:creator>
  <cp:lastModifiedBy>Brad Griffin</cp:lastModifiedBy>
  <cp:revision>1</cp:revision>
  <dcterms:created xsi:type="dcterms:W3CDTF">2026-07-04T20:03:48Z</dcterms:created>
  <dcterms:modified xsi:type="dcterms:W3CDTF">2026-07-04T21:14:44Z</dcterms:modified>
</cp:coreProperties>
</file>